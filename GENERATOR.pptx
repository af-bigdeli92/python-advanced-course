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63" r:id="rId3"/>
    <p:sldId id="283" r:id="rId4"/>
    <p:sldId id="291" r:id="rId5"/>
    <p:sldId id="290" r:id="rId6"/>
    <p:sldId id="285" r:id="rId7"/>
    <p:sldId id="286" r:id="rId8"/>
    <p:sldId id="295" r:id="rId9"/>
    <p:sldId id="296" r:id="rId10"/>
    <p:sldId id="265" r:id="rId11"/>
    <p:sldId id="287" r:id="rId12"/>
    <p:sldId id="293" r:id="rId13"/>
    <p:sldId id="292" r:id="rId14"/>
    <p:sldId id="288" r:id="rId15"/>
    <p:sldId id="294" r:id="rId16"/>
    <p:sldId id="289" r:id="rId17"/>
    <p:sldId id="297" r:id="rId18"/>
    <p:sldId id="298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42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7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86" y="6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47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87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78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4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47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55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6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7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7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53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4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3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85038E2-12DF-44CF-B9E0-799D790AD15F}"/>
              </a:ext>
            </a:extLst>
          </p:cNvPr>
          <p:cNvSpPr txBox="1"/>
          <p:nvPr/>
        </p:nvSpPr>
        <p:spPr>
          <a:xfrm>
            <a:off x="3047172" y="2718260"/>
            <a:ext cx="60976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000" b="1" i="0" u="none" strike="noStrike" kern="1200" cap="all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rbel" panose="020B0503020204020204"/>
                <a:ea typeface="+mj-ea"/>
                <a:cs typeface="+mj-cs"/>
              </a:rPr>
              <a:t>Generators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Generator?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E4D7B6-589B-4033-B17E-B3793ACDC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146559"/>
            <a:ext cx="9906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special kind of function in Python that produces an iterator.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9300" marR="0" lvl="0" indent="-465138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Instead of using return, it 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yield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749300" marR="0" lvl="0" indent="-465138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9300" marR="0" lvl="0" indent="-465138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yield temporarily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pauses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function, saves its state, and then resumes right where it left off the next time you call next().</a:t>
            </a:r>
          </a:p>
          <a:p>
            <a:pPr marL="749300" marR="0" lvl="0" indent="-465138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9300" marR="0" lvl="0" indent="-465138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makes it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memory efficient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easy to write iterators.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90" y="622781"/>
            <a:ext cx="9875520" cy="1356360"/>
          </a:xfrm>
        </p:spPr>
        <p:txBody>
          <a:bodyPr/>
          <a:lstStyle/>
          <a:p>
            <a:r>
              <a:rPr lang="en-US" dirty="0"/>
              <a:t>What is a Generator?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5A2E1-1D7C-4FD1-A6FE-F1D6B152D1F4}"/>
              </a:ext>
            </a:extLst>
          </p:cNvPr>
          <p:cNvSpPr txBox="1"/>
          <p:nvPr/>
        </p:nvSpPr>
        <p:spPr>
          <a:xfrm>
            <a:off x="8600107" y="2274681"/>
            <a:ext cx="2601921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690FEA1-245A-4CBF-A6BC-6626E4278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972" y="2156672"/>
            <a:ext cx="7179667" cy="272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65138" marR="0" lvl="0" indent="-465138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never wrote a class with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__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iter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__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__next__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65138" marR="0" lvl="0" indent="-465138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65138" marR="0" lvl="0" indent="-465138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Just by using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yield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Python builds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iterator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us.</a:t>
            </a:r>
          </a:p>
          <a:p>
            <a:pPr marL="465138" marR="0" lvl="0" indent="-465138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65138" marR="0" lvl="0" indent="-465138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generator function doesn’t run immediately. It returns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generator object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execution happens when you call next().</a:t>
            </a:r>
          </a:p>
        </p:txBody>
      </p:sp>
    </p:spTree>
    <p:extLst>
      <p:ext uri="{BB962C8B-B14F-4D97-AF65-F5344CB8AC3E}">
        <p14:creationId xmlns:p14="http://schemas.microsoft.com/office/powerpoint/2010/main" val="4052568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90" y="622781"/>
            <a:ext cx="9875520" cy="1356360"/>
          </a:xfrm>
        </p:spPr>
        <p:txBody>
          <a:bodyPr/>
          <a:lstStyle/>
          <a:p>
            <a:r>
              <a:rPr lang="en-US" dirty="0"/>
              <a:t>Generator vs normal function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9EF65-665B-4B38-BE49-CF1E0D999994}"/>
              </a:ext>
            </a:extLst>
          </p:cNvPr>
          <p:cNvSpPr txBox="1"/>
          <p:nvPr/>
        </p:nvSpPr>
        <p:spPr>
          <a:xfrm>
            <a:off x="1625651" y="2847535"/>
            <a:ext cx="3515975" cy="2031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5A2E1-1D7C-4FD1-A6FE-F1D6B152D1F4}"/>
              </a:ext>
            </a:extLst>
          </p:cNvPr>
          <p:cNvSpPr txBox="1"/>
          <p:nvPr/>
        </p:nvSpPr>
        <p:spPr>
          <a:xfrm>
            <a:off x="6689361" y="2293536"/>
            <a:ext cx="3049249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57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90" y="622781"/>
            <a:ext cx="9875520" cy="1356360"/>
          </a:xfrm>
        </p:spPr>
        <p:txBody>
          <a:bodyPr/>
          <a:lstStyle/>
          <a:p>
            <a:r>
              <a:rPr dirty="0"/>
              <a:t>Creating </a:t>
            </a:r>
            <a:r>
              <a:rPr lang="en-US" dirty="0"/>
              <a:t>range() Using Generator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9EF65-665B-4B38-BE49-CF1E0D999994}"/>
              </a:ext>
            </a:extLst>
          </p:cNvPr>
          <p:cNvSpPr txBox="1"/>
          <p:nvPr/>
        </p:nvSpPr>
        <p:spPr>
          <a:xfrm>
            <a:off x="3064707" y="2546700"/>
            <a:ext cx="6062585" cy="258532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my_range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Generator usage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my_range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5888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459440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Generator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4DAC9-CE68-493F-8D32-82A28AFEB62E}"/>
              </a:ext>
            </a:extLst>
          </p:cNvPr>
          <p:cNvSpPr txBox="1"/>
          <p:nvPr/>
        </p:nvSpPr>
        <p:spPr>
          <a:xfrm>
            <a:off x="1830898" y="3429000"/>
            <a:ext cx="8530201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Create an generator that generates squares of numbers from 1 to 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A7102-6641-4F90-9E3F-7AB9F20DF348}"/>
              </a:ext>
            </a:extLst>
          </p:cNvPr>
          <p:cNvSpPr txBox="1"/>
          <p:nvPr/>
        </p:nvSpPr>
        <p:spPr>
          <a:xfrm>
            <a:off x="2395303" y="2245053"/>
            <a:ext cx="7401393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F5327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19769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459440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Generator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4DAC9-CE68-493F-8D32-82A28AFEB62E}"/>
              </a:ext>
            </a:extLst>
          </p:cNvPr>
          <p:cNvSpPr txBox="1"/>
          <p:nvPr/>
        </p:nvSpPr>
        <p:spPr>
          <a:xfrm>
            <a:off x="1830898" y="3429000"/>
            <a:ext cx="8530201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Create an </a:t>
            </a:r>
            <a:r>
              <a:rPr lang="en-US" sz="2400" dirty="0">
                <a:solidFill>
                  <a:srgbClr val="000000"/>
                </a:solidFill>
                <a:latin typeface="Corbel" panose="020B0503020204020204"/>
              </a:rPr>
              <a:t>g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enerator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that generates squares of even numbers from 1 to 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A7102-6641-4F90-9E3F-7AB9F20DF348}"/>
              </a:ext>
            </a:extLst>
          </p:cNvPr>
          <p:cNvSpPr txBox="1"/>
          <p:nvPr/>
        </p:nvSpPr>
        <p:spPr>
          <a:xfrm>
            <a:off x="2395303" y="2245053"/>
            <a:ext cx="7401393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F5327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831664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459440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Generator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4DAC9-CE68-493F-8D32-82A28AFEB62E}"/>
              </a:ext>
            </a:extLst>
          </p:cNvPr>
          <p:cNvSpPr txBox="1"/>
          <p:nvPr/>
        </p:nvSpPr>
        <p:spPr>
          <a:xfrm>
            <a:off x="1830898" y="3429000"/>
            <a:ext cx="8530201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Write a generator that yields one line at a time from a text file and remove white </a:t>
            </a:r>
            <a:r>
              <a:rPr lang="en-US" sz="2400" dirty="0" err="1"/>
              <a:t>apaces</a:t>
            </a:r>
            <a:r>
              <a:rPr lang="en-US" sz="2400" dirty="0"/>
              <a:t> of it.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A7102-6641-4F90-9E3F-7AB9F20DF348}"/>
              </a:ext>
            </a:extLst>
          </p:cNvPr>
          <p:cNvSpPr txBox="1"/>
          <p:nvPr/>
        </p:nvSpPr>
        <p:spPr>
          <a:xfrm>
            <a:off x="2395303" y="2245053"/>
            <a:ext cx="7401393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F5327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147111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90" y="622781"/>
            <a:ext cx="9875520" cy="1356360"/>
          </a:xfrm>
        </p:spPr>
        <p:txBody>
          <a:bodyPr/>
          <a:lstStyle/>
          <a:p>
            <a:r>
              <a:rPr lang="en-US" dirty="0"/>
              <a:t>Using Generator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9EF65-665B-4B38-BE49-CF1E0D999994}"/>
              </a:ext>
            </a:extLst>
          </p:cNvPr>
          <p:cNvSpPr txBox="1"/>
          <p:nvPr/>
        </p:nvSpPr>
        <p:spPr>
          <a:xfrm>
            <a:off x="3064707" y="2546700"/>
            <a:ext cx="6062585" cy="23083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strip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"file.txt"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086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For vs While in Generators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6400" indent="-342900">
              <a:buFont typeface="Arial" panose="020B0604020202020204" pitchFamily="34" charset="0"/>
              <a:buChar char="•"/>
            </a:pPr>
            <a:endParaRPr sz="2400" dirty="0"/>
          </a:p>
          <a:p>
            <a:pPr marL="406400" indent="-342900">
              <a:buFont typeface="Arial" panose="020B0604020202020204" pitchFamily="34" charset="0"/>
              <a:buChar char="•"/>
            </a:pPr>
            <a:r>
              <a:rPr sz="2400" dirty="0"/>
              <a:t>Generators can be written using for loop (finite)</a:t>
            </a:r>
            <a:r>
              <a:rPr lang="en-US" sz="2400" dirty="0"/>
              <a:t> o</a:t>
            </a:r>
            <a:r>
              <a:rPr sz="2400" dirty="0"/>
              <a:t>r using while loop (infinite).</a:t>
            </a:r>
            <a:endParaRPr lang="en-US" sz="2400" dirty="0"/>
          </a:p>
          <a:p>
            <a:pPr marL="406400" indent="-342900"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For bounded sequences (like 1…n) → for loop version is much more common.</a:t>
            </a:r>
          </a:p>
          <a:p>
            <a:pPr marL="406400" indent="-342900"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For unbounded or custom conditions → while loop version is often used.</a:t>
            </a:r>
            <a:endParaRPr lang="en-US" sz="2400" dirty="0"/>
          </a:p>
          <a:p>
            <a:pPr marL="406400" indent="-342900">
              <a:buFont typeface="Arial" panose="020B0604020202020204" pitchFamily="34" charset="0"/>
              <a:buChar char="•"/>
            </a:pPr>
            <a:r>
              <a:rPr sz="2400" dirty="0"/>
              <a:t>while loop is useful for streams like Fibonacci, evens, odds.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459440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Generator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4DAC9-CE68-493F-8D32-82A28AFEB62E}"/>
              </a:ext>
            </a:extLst>
          </p:cNvPr>
          <p:cNvSpPr txBox="1"/>
          <p:nvPr/>
        </p:nvSpPr>
        <p:spPr>
          <a:xfrm>
            <a:off x="1830898" y="3429000"/>
            <a:ext cx="8530201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Create an </a:t>
            </a:r>
            <a:r>
              <a:rPr lang="en-US" sz="2400" dirty="0">
                <a:solidFill>
                  <a:srgbClr val="000000"/>
                </a:solidFill>
                <a:latin typeface="Corbel" panose="020B0503020204020204"/>
              </a:rPr>
              <a:t>gen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erator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that generates even numbers up to 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A7102-6641-4F90-9E3F-7AB9F20DF348}"/>
              </a:ext>
            </a:extLst>
          </p:cNvPr>
          <p:cNvSpPr txBox="1"/>
          <p:nvPr/>
        </p:nvSpPr>
        <p:spPr>
          <a:xfrm>
            <a:off x="2395303" y="2245053"/>
            <a:ext cx="7401393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F5327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352506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459440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Generator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4DAC9-CE68-493F-8D32-82A28AFEB62E}"/>
              </a:ext>
            </a:extLst>
          </p:cNvPr>
          <p:cNvSpPr txBox="1"/>
          <p:nvPr/>
        </p:nvSpPr>
        <p:spPr>
          <a:xfrm>
            <a:off x="1830898" y="3429000"/>
            <a:ext cx="8530201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Create an </a:t>
            </a:r>
            <a:r>
              <a:rPr lang="en-US" sz="2400" dirty="0">
                <a:solidFill>
                  <a:srgbClr val="000000"/>
                </a:solidFill>
                <a:latin typeface="Corbel" panose="020B0503020204020204"/>
              </a:rPr>
              <a:t>g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enerator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that generates squares of first N even numbers.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A7102-6641-4F90-9E3F-7AB9F20DF348}"/>
              </a:ext>
            </a:extLst>
          </p:cNvPr>
          <p:cNvSpPr txBox="1"/>
          <p:nvPr/>
        </p:nvSpPr>
        <p:spPr>
          <a:xfrm>
            <a:off x="2395303" y="2245053"/>
            <a:ext cx="7401393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F5327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812887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90" y="622781"/>
            <a:ext cx="9875520" cy="1356360"/>
          </a:xfrm>
        </p:spPr>
        <p:txBody>
          <a:bodyPr/>
          <a:lstStyle/>
          <a:p>
            <a:r>
              <a:rPr lang="en-US" dirty="0"/>
              <a:t>Using Generator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9EF65-665B-4B38-BE49-CF1E0D999994}"/>
              </a:ext>
            </a:extLst>
          </p:cNvPr>
          <p:cNvSpPr txBox="1"/>
          <p:nvPr/>
        </p:nvSpPr>
        <p:spPr>
          <a:xfrm>
            <a:off x="3064707" y="2546700"/>
            <a:ext cx="6062585" cy="23083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evens_squared_up_to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evens_squared_up_to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803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04" y="459440"/>
            <a:ext cx="9875520" cy="1356360"/>
          </a:xfrm>
        </p:spPr>
        <p:txBody>
          <a:bodyPr/>
          <a:lstStyle/>
          <a:p>
            <a:r>
              <a:rPr dirty="0"/>
              <a:t>Creating a</a:t>
            </a:r>
            <a:r>
              <a:rPr lang="en-US" dirty="0"/>
              <a:t> Custom Generator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4DAC9-CE68-493F-8D32-82A28AFEB62E}"/>
              </a:ext>
            </a:extLst>
          </p:cNvPr>
          <p:cNvSpPr txBox="1"/>
          <p:nvPr/>
        </p:nvSpPr>
        <p:spPr>
          <a:xfrm>
            <a:off x="1830898" y="3429000"/>
            <a:ext cx="8530201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Create an </a:t>
            </a:r>
            <a:r>
              <a:rPr lang="en-US" sz="2400" dirty="0">
                <a:solidFill>
                  <a:srgbClr val="000000"/>
                </a:solidFill>
                <a:latin typeface="Corbel" panose="020B0503020204020204"/>
              </a:rPr>
              <a:t>gen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erator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that generates Fibonacci sequence up to 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A7102-6641-4F90-9E3F-7AB9F20DF348}"/>
              </a:ext>
            </a:extLst>
          </p:cNvPr>
          <p:cNvSpPr txBox="1"/>
          <p:nvPr/>
        </p:nvSpPr>
        <p:spPr>
          <a:xfrm>
            <a:off x="2395303" y="2245053"/>
            <a:ext cx="7401393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F5327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Exercise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03DDD-F110-47CF-A79E-AEF7F21326FC}"/>
              </a:ext>
            </a:extLst>
          </p:cNvPr>
          <p:cNvSpPr txBox="1"/>
          <p:nvPr/>
        </p:nvSpPr>
        <p:spPr>
          <a:xfrm>
            <a:off x="4097061" y="4404327"/>
            <a:ext cx="3997874" cy="92333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Using the iterator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Fibonacci(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 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0759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590" y="622781"/>
            <a:ext cx="9875520" cy="1356360"/>
          </a:xfrm>
        </p:spPr>
        <p:txBody>
          <a:bodyPr/>
          <a:lstStyle/>
          <a:p>
            <a:r>
              <a:rPr lang="en-US" dirty="0"/>
              <a:t>Using Generator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9EF65-665B-4B38-BE49-CF1E0D999994}"/>
              </a:ext>
            </a:extLst>
          </p:cNvPr>
          <p:cNvSpPr txBox="1"/>
          <p:nvPr/>
        </p:nvSpPr>
        <p:spPr>
          <a:xfrm>
            <a:off x="3064707" y="2546700"/>
            <a:ext cx="6062585" cy="313932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infinite_fibonacci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yield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infinite_fibonacci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856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 Expressions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C6FF6D-2136-4754-A4A3-5188214BE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131194"/>
            <a:ext cx="98755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Just like list comprehensions, Python has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generator comprehensions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which look similar but use () instead of [].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E3153-64C5-42FE-B28A-580515F09D26}"/>
              </a:ext>
            </a:extLst>
          </p:cNvPr>
          <p:cNvSpPr txBox="1"/>
          <p:nvPr/>
        </p:nvSpPr>
        <p:spPr>
          <a:xfrm>
            <a:off x="2471901" y="3597956"/>
            <a:ext cx="7248197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ctr"/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(expression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iterable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condition)</a:t>
            </a:r>
          </a:p>
          <a:p>
            <a:pPr algn="ctr"/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472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 Expressions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E3153-64C5-42FE-B28A-580515F09D26}"/>
              </a:ext>
            </a:extLst>
          </p:cNvPr>
          <p:cNvSpPr txBox="1"/>
          <p:nvPr/>
        </p:nvSpPr>
        <p:spPr>
          <a:xfrm>
            <a:off x="1657152" y="2273653"/>
            <a:ext cx="8847215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[0, 1, 4, 9, 16]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0269F-532C-48ED-B895-98C6FF9FAA63}"/>
              </a:ext>
            </a:extLst>
          </p:cNvPr>
          <p:cNvSpPr txBox="1"/>
          <p:nvPr/>
        </p:nvSpPr>
        <p:spPr>
          <a:xfrm>
            <a:off x="1657153" y="3429000"/>
            <a:ext cx="8847214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[0, 2, 4, 6, 8]</a:t>
            </a:r>
            <a:endParaRPr lang="en-US" sz="2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D001C-84A9-4688-9379-06F2D10570F4}"/>
              </a:ext>
            </a:extLst>
          </p:cNvPr>
          <p:cNvSpPr txBox="1"/>
          <p:nvPr/>
        </p:nvSpPr>
        <p:spPr>
          <a:xfrm>
            <a:off x="1657151" y="4522792"/>
            <a:ext cx="8847215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upper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"python"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['P', 'Y', 'T', 'H', 'O', 'N']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73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 Expressions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E3153-64C5-42FE-B28A-580515F09D26}"/>
              </a:ext>
            </a:extLst>
          </p:cNvPr>
          <p:cNvSpPr txBox="1"/>
          <p:nvPr/>
        </p:nvSpPr>
        <p:spPr>
          <a:xfrm>
            <a:off x="2801894" y="4184154"/>
            <a:ext cx="6588212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30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49B7433-61FA-4E2A-921C-40195F450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113876"/>
            <a:ext cx="975097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Generator expressions are just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compact way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writing a generator function without explicitly using yield.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They’re especially useful when you want to pass a sequence of values directly into a function like sum(), max(), min(), etc</a:t>
            </a:r>
            <a:r>
              <a:rPr lang="en-US" altLang="en-US" sz="2000" dirty="0"/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99889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what?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5AB7DE-6F22-4C12-843A-C62746F1E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351" y="1965960"/>
            <a:ext cx="1002916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iterators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when:</a:t>
            </a:r>
          </a:p>
          <a:p>
            <a:pPr marL="9144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need a fully customized object with special behavior.</a:t>
            </a:r>
          </a:p>
          <a:p>
            <a:pPr marL="9144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want more control over iteration.</a:t>
            </a:r>
          </a:p>
          <a:p>
            <a:pPr marL="571500"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generators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when:</a:t>
            </a:r>
          </a:p>
          <a:p>
            <a:pPr marL="9144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want a simple and quick way to create an iterator.</a:t>
            </a:r>
          </a:p>
          <a:p>
            <a:pPr marL="9144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are working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large datasets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(like reading a huge file line by line).</a:t>
            </a:r>
          </a:p>
          <a:p>
            <a:pPr marL="9144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need infinite sequences (like Fibonacci, random number streams, etc.).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Memory Comparison</a:t>
            </a:r>
            <a:r>
              <a:rPr lang="en-US" dirty="0"/>
              <a:t> With List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22260-9297-4CE9-9999-AEF7564F27BD}"/>
              </a:ext>
            </a:extLst>
          </p:cNvPr>
          <p:cNvSpPr txBox="1"/>
          <p:nvPr/>
        </p:nvSpPr>
        <p:spPr>
          <a:xfrm>
            <a:off x="2158584" y="2409590"/>
            <a:ext cx="7809875" cy="2679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n2_list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10_000_000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n2_gen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10_000_000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50000"/>
              </a:lnSpc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getsizeof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n2_list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89095160 bytes (~ 89 MB)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getsizeof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n2_gen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200 bytes (~ 0.0002 MB)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Generators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When dealing with very large datasets.</a:t>
            </a:r>
          </a:p>
          <a:p>
            <a:r>
              <a:t>When processing streams of data.</a:t>
            </a:r>
          </a:p>
          <a:p>
            <a:r>
              <a:t>When you need infinite sequences (like Fibonacci).</a:t>
            </a:r>
          </a:p>
          <a:p>
            <a:r>
              <a:t>When you want lazy evaluation.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42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Iterable: any object that can return an iterator (lists, tuples, etc.).</a:t>
            </a:r>
          </a:p>
          <a:p>
            <a:r>
              <a:t>Iterator: object with __iter__() and __next__().</a:t>
            </a:r>
          </a:p>
          <a:p>
            <a:r>
              <a:t>Generator: simple way to build iterators using functions and 'yield'.</a:t>
            </a:r>
          </a:p>
          <a:p>
            <a:r>
              <a:t>Generators are memory-efficient and convenient.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2395</TotalTime>
  <Words>1029</Words>
  <Application>Microsoft Office PowerPoint</Application>
  <PresentationFormat>Widescreen</PresentationFormat>
  <Paragraphs>140</Paragraphs>
  <Slides>22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Consolas</vt:lpstr>
      <vt:lpstr>Corbel</vt:lpstr>
      <vt:lpstr>Courier New</vt:lpstr>
      <vt:lpstr>Basis</vt:lpstr>
      <vt:lpstr>PowerPoint Presentation</vt:lpstr>
      <vt:lpstr>What is a Generator?</vt:lpstr>
      <vt:lpstr>What is a Generator?</vt:lpstr>
      <vt:lpstr>Generator vs normal function</vt:lpstr>
      <vt:lpstr>Creating range() Using Generator</vt:lpstr>
      <vt:lpstr>Creating a Custom Generator</vt:lpstr>
      <vt:lpstr>Creating a Custom Generator</vt:lpstr>
      <vt:lpstr>Creating a Custom Generator</vt:lpstr>
      <vt:lpstr>Using Generator</vt:lpstr>
      <vt:lpstr>For vs While in Generators</vt:lpstr>
      <vt:lpstr>Creating a Custom Generator</vt:lpstr>
      <vt:lpstr>Creating a Custom Generator</vt:lpstr>
      <vt:lpstr>Using Generator</vt:lpstr>
      <vt:lpstr>Creating a Custom Generator</vt:lpstr>
      <vt:lpstr>Using Generator</vt:lpstr>
      <vt:lpstr>Generator Expressions</vt:lpstr>
      <vt:lpstr>Generator Expressions</vt:lpstr>
      <vt:lpstr>Generator Expressions</vt:lpstr>
      <vt:lpstr>When to use what?</vt:lpstr>
      <vt:lpstr>Memory Comparison With List</vt:lpstr>
      <vt:lpstr>When to Use Generators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Iterables - Iterators anD</dc:title>
  <dc:subject/>
  <dc:creator/>
  <cp:keywords/>
  <dc:description>generated using python-pptx</dc:description>
  <cp:lastModifiedBy>afsaneh bigdely</cp:lastModifiedBy>
  <cp:revision>30</cp:revision>
  <dcterms:created xsi:type="dcterms:W3CDTF">2013-01-27T09:14:16Z</dcterms:created>
  <dcterms:modified xsi:type="dcterms:W3CDTF">2025-10-02T08:59:16Z</dcterms:modified>
  <cp:category/>
</cp:coreProperties>
</file>