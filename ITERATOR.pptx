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9" r:id="rId4"/>
    <p:sldId id="282" r:id="rId5"/>
    <p:sldId id="272" r:id="rId6"/>
    <p:sldId id="273" r:id="rId7"/>
    <p:sldId id="283" r:id="rId8"/>
    <p:sldId id="274" r:id="rId9"/>
    <p:sldId id="260" r:id="rId10"/>
    <p:sldId id="278" r:id="rId11"/>
    <p:sldId id="276" r:id="rId12"/>
    <p:sldId id="275" r:id="rId13"/>
    <p:sldId id="280" r:id="rId14"/>
    <p:sldId id="279" r:id="rId15"/>
    <p:sldId id="28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8457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30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7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8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8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4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6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7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7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5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3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2758191"/>
            <a:ext cx="9966960" cy="9755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5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Iterable</a:t>
            </a: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Iterable?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An object capable of returning its members one at a time</a:t>
            </a:r>
            <a:r>
              <a:rPr lang="en-US" dirty="0"/>
              <a:t> (Something you can loop over)</a:t>
            </a:r>
            <a:r>
              <a:rPr dirty="0"/>
              <a:t>.</a:t>
            </a:r>
          </a:p>
          <a:p>
            <a:r>
              <a:rPr dirty="0"/>
              <a:t>Examples: lists, tuples, strings, dictionaries, sets.</a:t>
            </a:r>
          </a:p>
          <a:p>
            <a:r>
              <a:rPr dirty="0"/>
              <a:t>An </a:t>
            </a:r>
            <a:r>
              <a:rPr dirty="0" err="1"/>
              <a:t>iterable</a:t>
            </a:r>
            <a:r>
              <a:rPr dirty="0"/>
              <a:t> implements the </a:t>
            </a:r>
            <a:r>
              <a:rPr dirty="0">
                <a:highlight>
                  <a:srgbClr val="C0C0C0"/>
                </a:highlight>
              </a:rPr>
              <a:t>__</a:t>
            </a:r>
            <a:r>
              <a:rPr dirty="0" err="1">
                <a:highlight>
                  <a:srgbClr val="C0C0C0"/>
                </a:highlight>
              </a:rPr>
              <a:t>iter</a:t>
            </a:r>
            <a:r>
              <a:rPr dirty="0">
                <a:highlight>
                  <a:srgbClr val="C0C0C0"/>
                </a:highlight>
              </a:rPr>
              <a:t>__()</a:t>
            </a:r>
            <a:r>
              <a:rPr dirty="0"/>
              <a:t> method, returning an </a:t>
            </a:r>
            <a:r>
              <a:rPr dirty="0">
                <a:highlight>
                  <a:srgbClr val="C0C0C0"/>
                </a:highlight>
              </a:rPr>
              <a:t>iterator</a:t>
            </a:r>
            <a:r>
              <a:rPr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9D10-91AC-412D-807F-233047C23CAA}"/>
              </a:ext>
            </a:extLst>
          </p:cNvPr>
          <p:cNvSpPr txBox="1"/>
          <p:nvPr/>
        </p:nvSpPr>
        <p:spPr>
          <a:xfrm>
            <a:off x="1445952" y="4683973"/>
            <a:ext cx="6605990" cy="120032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Works because list is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iterable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an Iterator?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69232"/>
            <a:ext cx="9906000" cy="2557995"/>
          </a:xfrm>
        </p:spPr>
        <p:txBody>
          <a:bodyPr/>
          <a:lstStyle/>
          <a:p>
            <a:endParaRPr dirty="0"/>
          </a:p>
          <a:p>
            <a:r>
              <a:rPr lang="en-US" dirty="0"/>
              <a:t>An object that produces items one at a time and </a:t>
            </a:r>
            <a:r>
              <a:rPr dirty="0"/>
              <a:t>represents a stream of data.</a:t>
            </a:r>
          </a:p>
          <a:p>
            <a:r>
              <a:rPr dirty="0"/>
              <a:t>Implements two methods: </a:t>
            </a:r>
            <a:r>
              <a:rPr dirty="0">
                <a:highlight>
                  <a:srgbClr val="C0C0C0"/>
                </a:highlight>
              </a:rPr>
              <a:t>__</a:t>
            </a:r>
            <a:r>
              <a:rPr dirty="0" err="1">
                <a:highlight>
                  <a:srgbClr val="C0C0C0"/>
                </a:highlight>
              </a:rPr>
              <a:t>iter</a:t>
            </a:r>
            <a:r>
              <a:rPr dirty="0">
                <a:highlight>
                  <a:srgbClr val="C0C0C0"/>
                </a:highlight>
              </a:rPr>
              <a:t>__() </a:t>
            </a:r>
            <a:r>
              <a:rPr dirty="0"/>
              <a:t>and </a:t>
            </a:r>
            <a:r>
              <a:rPr dirty="0">
                <a:highlight>
                  <a:srgbClr val="C0C0C0"/>
                </a:highlight>
              </a:rPr>
              <a:t>__next__()</a:t>
            </a:r>
            <a:r>
              <a:rPr dirty="0"/>
              <a:t>.</a:t>
            </a:r>
          </a:p>
          <a:p>
            <a:r>
              <a:rPr dirty="0"/>
              <a:t>Returns elements one at a time using </a:t>
            </a:r>
            <a:r>
              <a:rPr dirty="0">
                <a:highlight>
                  <a:srgbClr val="C0C0C0"/>
                </a:highlight>
              </a:rPr>
              <a:t>next()</a:t>
            </a:r>
            <a:r>
              <a:rPr dirty="0"/>
              <a:t>.</a:t>
            </a:r>
          </a:p>
          <a:p>
            <a:r>
              <a:rPr dirty="0"/>
              <a:t>Raises </a:t>
            </a:r>
            <a:r>
              <a:rPr dirty="0" err="1">
                <a:highlight>
                  <a:srgbClr val="C0C0C0"/>
                </a:highlight>
              </a:rPr>
              <a:t>StopIteration</a:t>
            </a:r>
            <a:r>
              <a:rPr dirty="0"/>
              <a:t> when exhausted.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43AAF7-26A1-4A49-98EB-8F874C707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129" y="4867133"/>
            <a:ext cx="8807320" cy="967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(you can read it).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Iterator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bookmark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(remembers your current page).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Iterators Exist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" indent="0" algn="just">
              <a:lnSpc>
                <a:spcPct val="110000"/>
              </a:lnSpc>
              <a:buNone/>
            </a:pPr>
            <a:r>
              <a:rPr lang="en-US" dirty="0"/>
              <a:t>Imagine you have a </a:t>
            </a:r>
            <a:r>
              <a:rPr lang="en-US" b="1" dirty="0"/>
              <a:t>huge collection of data</a:t>
            </a:r>
            <a:r>
              <a:rPr lang="en-US" dirty="0"/>
              <a:t> (like billions of numbers, lines in a file, or rows from a database).</a:t>
            </a:r>
          </a:p>
          <a:p>
            <a:pPr marL="677862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If you try to store all of it in memory as a list, your program may </a:t>
            </a:r>
            <a:r>
              <a:rPr lang="en-US" b="1" dirty="0"/>
              <a:t>run out of RAM</a:t>
            </a:r>
            <a:r>
              <a:rPr lang="en-US" dirty="0"/>
              <a:t>.</a:t>
            </a:r>
          </a:p>
          <a:p>
            <a:pPr marL="677862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Instead, iterators let you </a:t>
            </a:r>
            <a:r>
              <a:rPr lang="en-US" b="1" dirty="0"/>
              <a:t>fetch one item at a time</a:t>
            </a:r>
            <a:r>
              <a:rPr lang="en-US" dirty="0"/>
              <a:t>, only when needed.</a:t>
            </a:r>
          </a:p>
          <a:p>
            <a:pPr marL="45720" indent="0" algn="just">
              <a:lnSpc>
                <a:spcPct val="110000"/>
              </a:lnSpc>
              <a:buNone/>
            </a:pPr>
            <a:r>
              <a:rPr lang="en-US" dirty="0"/>
              <a:t>So</a:t>
            </a:r>
            <a:r>
              <a:rPr lang="en-US" sz="2600" dirty="0"/>
              <a:t>:</a:t>
            </a:r>
            <a:endParaRPr lang="en-US" dirty="0"/>
          </a:p>
          <a:p>
            <a:pPr marL="669925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: stores all items in memory at once.</a:t>
            </a:r>
          </a:p>
          <a:p>
            <a:pPr marL="669925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iterator</a:t>
            </a:r>
            <a:r>
              <a:rPr lang="en-US" dirty="0"/>
              <a:t>: gives you the next item only when you ask.</a:t>
            </a:r>
          </a:p>
          <a:p>
            <a:pPr marL="669925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called </a:t>
            </a:r>
            <a:r>
              <a:rPr lang="en-US" b="1" dirty="0"/>
              <a:t>lazy evaluation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34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iter</a:t>
            </a:r>
            <a:r>
              <a:rPr lang="en-US" sz="4800" dirty="0"/>
              <a:t>() and next()</a:t>
            </a:r>
            <a:endParaRPr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43AAF7-26A1-4A49-98EB-8F874C707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129" y="4357113"/>
            <a:ext cx="8807320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(you can read it).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Iterator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bookmark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(remembers your current page).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the book and place a bookmark at the beginning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Then you use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next()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flip to the next page.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12F0A-7300-4951-97B5-6EDC5AE90DAF}"/>
              </a:ext>
            </a:extLst>
          </p:cNvPr>
          <p:cNvSpPr txBox="1"/>
          <p:nvPr/>
        </p:nvSpPr>
        <p:spPr>
          <a:xfrm>
            <a:off x="1143000" y="1996240"/>
            <a:ext cx="75106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iter</a:t>
            </a:r>
            <a:r>
              <a:rPr lang="en-US" sz="2400" dirty="0"/>
              <a:t>() </a:t>
            </a:r>
            <a:r>
              <a:rPr lang="en-US" sz="2400" b="0" i="0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→ </a:t>
            </a:r>
            <a:r>
              <a:rPr lang="en-US" sz="2400" dirty="0"/>
              <a:t>takes an </a:t>
            </a:r>
            <a:r>
              <a:rPr lang="en-US" sz="2400" b="1" dirty="0" err="1"/>
              <a:t>iterable</a:t>
            </a:r>
            <a:r>
              <a:rPr lang="en-US" sz="2400" dirty="0"/>
              <a:t> (like a list, string, tuple, set, 			  </a:t>
            </a:r>
            <a:r>
              <a:rPr lang="en-US" sz="2400" dirty="0" err="1"/>
              <a:t>dict</a:t>
            </a:r>
            <a:r>
              <a:rPr lang="en-US" sz="2400" dirty="0"/>
              <a:t>, file, etc.) and give you an </a:t>
            </a:r>
            <a:r>
              <a:rPr lang="en-US" sz="2400" b="1" dirty="0"/>
              <a:t>iterator</a:t>
            </a:r>
            <a:r>
              <a:rPr lang="en-US" sz="2400" dirty="0"/>
              <a:t> for it.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next() </a:t>
            </a:r>
            <a:r>
              <a:rPr lang="en-US" sz="2400" b="0" i="0" kern="1200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→ </a:t>
            </a:r>
            <a:r>
              <a:rPr lang="en-US" sz="2400" dirty="0"/>
              <a:t>requests the next value;</a:t>
            </a:r>
          </a:p>
          <a:p>
            <a:r>
              <a:rPr lang="en-US" sz="2400" dirty="0"/>
              <a:t>			    raises </a:t>
            </a:r>
            <a:r>
              <a:rPr lang="en-US" sz="2400" dirty="0" err="1">
                <a:highlight>
                  <a:srgbClr val="C0C0C0"/>
                </a:highlight>
              </a:rPr>
              <a:t>StopIteration</a:t>
            </a:r>
            <a:r>
              <a:rPr lang="en-US" sz="2400" dirty="0"/>
              <a:t> when finished.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27A58-8F01-4852-AD78-54ABED5747FA}"/>
              </a:ext>
            </a:extLst>
          </p:cNvPr>
          <p:cNvSpPr txBox="1"/>
          <p:nvPr/>
        </p:nvSpPr>
        <p:spPr>
          <a:xfrm>
            <a:off x="7799881" y="3324710"/>
            <a:ext cx="3414010" cy="7078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842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iter</a:t>
            </a:r>
            <a:r>
              <a:rPr lang="en-US" sz="4800" dirty="0"/>
              <a:t>() and next()</a:t>
            </a:r>
            <a:endParaRPr sz="4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27A58-8F01-4852-AD78-54ABED5747FA}"/>
              </a:ext>
            </a:extLst>
          </p:cNvPr>
          <p:cNvSpPr txBox="1"/>
          <p:nvPr/>
        </p:nvSpPr>
        <p:spPr>
          <a:xfrm>
            <a:off x="1560851" y="2305615"/>
            <a:ext cx="9070298" cy="31700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endParaRPr lang="en-US" sz="20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iterable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iterator over the string (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'a'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'b'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'c’</a:t>
            </a:r>
          </a:p>
          <a:p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next(it) now would raise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StopIteration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4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Iterators</a:t>
            </a:r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56CA872-D007-4F90-9FDB-613CD215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2928"/>
            <a:ext cx="9875520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provides many built-in functions that return iterators:</a:t>
            </a:r>
          </a:p>
          <a:p>
            <a:pPr marL="9144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range()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range object is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9144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enumerate()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gives index + value pairs lazily.</a:t>
            </a:r>
          </a:p>
          <a:p>
            <a:pPr marL="9144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zip()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pairs up elements lazily.</a:t>
            </a:r>
          </a:p>
          <a:p>
            <a:pPr marL="9144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File objects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iterating over a file reads line by line.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666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We Can Create The for Loop! </a:t>
            </a:r>
            <a:endParaRPr sz="4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27A58-8F01-4852-AD78-54ABED5747FA}"/>
              </a:ext>
            </a:extLst>
          </p:cNvPr>
          <p:cNvSpPr txBox="1"/>
          <p:nvPr/>
        </p:nvSpPr>
        <p:spPr>
          <a:xfrm>
            <a:off x="1560851" y="2305615"/>
            <a:ext cx="9070298" cy="34778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endParaRPr lang="en-US" sz="20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iterable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StopIteration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60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208" y="594609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7B94CA-66AE-436E-B798-6F254CF1AF7F}"/>
              </a:ext>
            </a:extLst>
          </p:cNvPr>
          <p:cNvSpPr txBox="1"/>
          <p:nvPr/>
        </p:nvSpPr>
        <p:spPr>
          <a:xfrm>
            <a:off x="1772586" y="1950092"/>
            <a:ext cx="7401393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 can define our own iterator using a class.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Must define __</a:t>
            </a:r>
            <a:r>
              <a:rPr lang="en-US" sz="2400" dirty="0" err="1"/>
              <a:t>iter</a:t>
            </a:r>
            <a:r>
              <a:rPr lang="en-US" sz="2400" dirty="0"/>
              <a:t>__() and __next__().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354767"/>
            <a:ext cx="9875520" cy="1356360"/>
          </a:xfrm>
        </p:spPr>
        <p:txBody>
          <a:bodyPr/>
          <a:lstStyle/>
          <a:p>
            <a:r>
              <a:rPr dirty="0"/>
              <a:t>Creating </a:t>
            </a:r>
            <a:r>
              <a:rPr lang="en-US" dirty="0"/>
              <a:t>range() Using Iterator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1342556" y="1711127"/>
            <a:ext cx="6062585" cy="397031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__next__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StopIteration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current_value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3B2EB-3751-4B72-B073-393207509AE1}"/>
              </a:ext>
            </a:extLst>
          </p:cNvPr>
          <p:cNvSpPr txBox="1"/>
          <p:nvPr/>
        </p:nvSpPr>
        <p:spPr>
          <a:xfrm>
            <a:off x="6639378" y="5219780"/>
            <a:ext cx="4530309" cy="923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483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2395302" y="3429000"/>
            <a:ext cx="7401393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Create an Iterator that counts down from N to 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0062E-9C89-47F5-AC9C-5EE780A74B6E}"/>
              </a:ext>
            </a:extLst>
          </p:cNvPr>
          <p:cNvSpPr txBox="1"/>
          <p:nvPr/>
        </p:nvSpPr>
        <p:spPr>
          <a:xfrm>
            <a:off x="2053458" y="4447325"/>
            <a:ext cx="3023038" cy="120032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CountDown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2CE20-860D-492F-97D7-87BDEDDECC63}"/>
              </a:ext>
            </a:extLst>
          </p:cNvPr>
          <p:cNvSpPr txBox="1"/>
          <p:nvPr/>
        </p:nvSpPr>
        <p:spPr>
          <a:xfrm>
            <a:off x="6805450" y="4719035"/>
            <a:ext cx="3333092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CountDown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198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354767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1927172" y="1516255"/>
            <a:ext cx="8337655" cy="48013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CountDown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__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__ returns an iterator object.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__next__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StopIteration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Usage: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CountDown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888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Create an Iterator that generates squares of numbers from 1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603410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159895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1927172" y="1298728"/>
            <a:ext cx="8910717" cy="50783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__next__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StopIteration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1681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</a:t>
            </a:r>
            <a:r>
              <a:rPr dirty="0"/>
              <a:t>Iterator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Create an Iterator that generates even numbers up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41384349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2441</TotalTime>
  <Words>909</Words>
  <Application>Microsoft Office PowerPoint</Application>
  <PresentationFormat>Widescreen</PresentationFormat>
  <Paragraphs>126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Corbel</vt:lpstr>
      <vt:lpstr>Courier New</vt:lpstr>
      <vt:lpstr>Basis</vt:lpstr>
      <vt:lpstr>Iterable, Iterator</vt:lpstr>
      <vt:lpstr>What is an Iterable?</vt:lpstr>
      <vt:lpstr>What is an Iterator?</vt:lpstr>
      <vt:lpstr>Why Iterators Exist?</vt:lpstr>
      <vt:lpstr>iter() and next()</vt:lpstr>
      <vt:lpstr>iter() and next()</vt:lpstr>
      <vt:lpstr>Built-in Iterators</vt:lpstr>
      <vt:lpstr>We Can Create The for Loop! </vt:lpstr>
      <vt:lpstr>Creating a Custom Iterator</vt:lpstr>
      <vt:lpstr>Creating range() Using Iterator</vt:lpstr>
      <vt:lpstr>Creating a Custom Iterator</vt:lpstr>
      <vt:lpstr>Creating a Custom Iterator</vt:lpstr>
      <vt:lpstr>Creating a Custom Iterator</vt:lpstr>
      <vt:lpstr>Creating a Custom Iterator</vt:lpstr>
      <vt:lpstr>Creating a Custom Iterator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Iterables - Iterators anD</dc:title>
  <dc:subject/>
  <dc:creator/>
  <cp:keywords/>
  <dc:description>generated using python-pptx</dc:description>
  <cp:lastModifiedBy>afsaneh bigdely</cp:lastModifiedBy>
  <cp:revision>24</cp:revision>
  <dcterms:created xsi:type="dcterms:W3CDTF">2013-01-27T09:14:16Z</dcterms:created>
  <dcterms:modified xsi:type="dcterms:W3CDTF">2025-10-02T09:04:15Z</dcterms:modified>
  <cp:category/>
</cp:coreProperties>
</file>